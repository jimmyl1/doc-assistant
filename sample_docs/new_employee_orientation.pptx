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歡迎加入 台灣科技集團股份有限公司！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新進員工到職訓練</a:t>
            </a:r>
          </a:p>
          <a:p>
            <a:r>
              <a:t>人力資源部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關於台灣科技集團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公司簡介</a:t>
            </a:r>
          </a:p>
          <a:p>
            <a:r>
              <a:t>台灣科技集團股份有限公司成立於2015年，總部位於台北信義區</a:t>
            </a:r>
          </a:p>
          <a:p/>
          <a:p>
            <a:r>
              <a:t>核心業務</a:t>
            </a:r>
          </a:p>
          <a:p>
            <a:r>
              <a:t>• 企業雲端平台與SaaS服務</a:t>
            </a:r>
          </a:p>
          <a:p>
            <a:r>
              <a:t>• AI智慧解決方案</a:t>
            </a:r>
          </a:p>
          <a:p>
            <a:r>
              <a:t>• 數位轉型顧問服務</a:t>
            </a:r>
          </a:p>
          <a:p/>
          <a:p>
            <a:r>
              <a:t>規模</a:t>
            </a:r>
          </a:p>
          <a:p>
            <a:r>
              <a:t>• 員工人數：680人（含海外）</a:t>
            </a:r>
          </a:p>
          <a:p>
            <a:r>
              <a:t>• 服務客戶：420+家企業</a:t>
            </a:r>
          </a:p>
          <a:p>
            <a:r>
              <a:t>• 辦公據點：台北（總部）、新竹、高雄、東京</a:t>
            </a:r>
          </a:p>
          <a:p/>
          <a:p>
            <a:r>
              <a:t>使命：以創新科技，讓每一個企業都能在數位時代蓬勃發展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組織架構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執行長室</a:t>
            </a:r>
          </a:p>
          <a:p>
            <a:r>
              <a:t>├─ 技術長（CTO）—— 研發、架構、AI實驗室</a:t>
            </a:r>
          </a:p>
          <a:p>
            <a:r>
              <a:t>├─ 財務長（CFO）—— 財務、法務、採購</a:t>
            </a:r>
          </a:p>
          <a:p>
            <a:r>
              <a:t>├─ 營運長（COO）—— 業務、客戶成功、行銷</a:t>
            </a:r>
          </a:p>
          <a:p>
            <a:r>
              <a:t>├─ 人資長（CHRO）—— HR、企業文化、行政</a:t>
            </a:r>
          </a:p>
          <a:p>
            <a:r>
              <a:t>└─ 資安長（CISO）—— 資安、合規、稽核</a:t>
            </a:r>
          </a:p>
          <a:p/>
          <a:p>
            <a:r>
              <a:t>主要部門</a:t>
            </a:r>
          </a:p>
          <a:p>
            <a:r>
              <a:t>• 產品部（Product）：60人</a:t>
            </a:r>
          </a:p>
          <a:p>
            <a:r>
              <a:t>• 研發部（Engineering）：280人</a:t>
            </a:r>
          </a:p>
          <a:p>
            <a:r>
              <a:t>• 業務部（Sales）：120人</a:t>
            </a:r>
          </a:p>
          <a:p>
            <a:r>
              <a:t>• 客戶成功部（CS）：80人</a:t>
            </a:r>
          </a:p>
          <a:p>
            <a:r>
              <a:t>• 其他支援部門：140人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台灣科技四大核心價值</a:t>
            </a:r>
          </a:p>
          <a:p/>
          <a:p>
            <a:r>
              <a:t>🎯 客戶至上（Customer First）</a:t>
            </a:r>
          </a:p>
          <a:p>
            <a:r>
              <a:t>   所有決策以客戶成功為首要考量</a:t>
            </a:r>
          </a:p>
          <a:p/>
          <a:p>
            <a:r>
              <a:t>💡 持續創新（Continuous Innovation）</a:t>
            </a:r>
          </a:p>
          <a:p>
            <a:r>
              <a:t>   鼓勵實驗、接受失敗、快速學習</a:t>
            </a:r>
          </a:p>
          <a:p/>
          <a:p>
            <a:r>
              <a:t>🤝 誠信透明（Integrity &amp; Transparency）</a:t>
            </a:r>
          </a:p>
          <a:p>
            <a:r>
              <a:t>   對同事、客戶與社會誠實以對</a:t>
            </a:r>
          </a:p>
          <a:p/>
          <a:p>
            <a:r>
              <a:t>🌱 共同成長（Grow Together）</a:t>
            </a:r>
          </a:p>
          <a:p>
            <a:r>
              <a:t>   個人成長與公司成長相互促進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薪酬福利制度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薪資與獎金</a:t>
            </a:r>
          </a:p>
          <a:p>
            <a:r>
              <a:t>• 月薪：按市場水準，每年7月調薪</a:t>
            </a:r>
          </a:p>
          <a:p>
            <a:r>
              <a:t>• 年終獎金：依公司獲利與個人績效，平均2-4個月</a:t>
            </a:r>
          </a:p>
          <a:p>
            <a:r>
              <a:t>• 員工認股選擇權（ESOP）：服務滿1年後開始生效</a:t>
            </a:r>
          </a:p>
          <a:p/>
          <a:p>
            <a:r>
              <a:t>健康與休假</a:t>
            </a:r>
          </a:p>
          <a:p>
            <a:r>
              <a:t>• 勞健保 + 團體保險（壽險、意外險、醫療險）</a:t>
            </a:r>
          </a:p>
          <a:p>
            <a:r>
              <a:t>• 特休假：依勞基法，入職第一年14天</a:t>
            </a:r>
          </a:p>
          <a:p>
            <a:r>
              <a:t>• 彈性工時：核心時間10:00-16:00，其餘彈性</a:t>
            </a:r>
          </a:p>
          <a:p>
            <a:r>
              <a:t>• 遠端工作：每週最多3天在家工作</a:t>
            </a:r>
          </a:p>
          <a:p/>
          <a:p>
            <a:r>
              <a:t>其他福利</a:t>
            </a:r>
          </a:p>
          <a:p>
            <a:r>
              <a:t>• 年度健康檢查（含高階項目）</a:t>
            </a:r>
          </a:p>
          <a:p>
            <a:r>
              <a:t>• 訓練與進修補助：每年NT$30,000</a:t>
            </a:r>
          </a:p>
          <a:p>
            <a:r>
              <a:t>• 員工健身房（台北總部）</a:t>
            </a:r>
          </a:p>
          <a:p>
            <a:r>
              <a:t>• 每季員工旅遊活動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IT設備申請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到職當天發放</a:t>
            </a:r>
          </a:p>
          <a:p>
            <a:r>
              <a:t>• 筆記型電腦（MacBook Pro M3 或 Lenovo ThinkPad，依職務）</a:t>
            </a:r>
          </a:p>
          <a:p>
            <a:r>
              <a:t>• 公務手機（業務、客戶成功部門）</a:t>
            </a:r>
          </a:p>
          <a:p>
            <a:r>
              <a:t>• 門禁卡與停車卡</a:t>
            </a:r>
          </a:p>
          <a:p/>
          <a:p>
            <a:r>
              <a:t>帳號申請（IT部門於到職前3天完成）</a:t>
            </a:r>
          </a:p>
          <a:p>
            <a:r>
              <a:t>• 企業Email（姓名拼音@twtech.com.tw）</a:t>
            </a:r>
          </a:p>
          <a:p>
            <a:r>
              <a:t>• Slack工作區</a:t>
            </a:r>
          </a:p>
          <a:p>
            <a:r>
              <a:t>• Jira / Confluence</a:t>
            </a:r>
          </a:p>
          <a:p>
            <a:r>
              <a:t>• GitHub Enterprise / GitLab</a:t>
            </a:r>
          </a:p>
          <a:p>
            <a:r>
              <a:t>• VPN（Cisco AnyConnect）</a:t>
            </a:r>
          </a:p>
          <a:p/>
          <a:p>
            <a:r>
              <a:t>其他軟體申請</a:t>
            </a:r>
          </a:p>
          <a:p>
            <a:r>
              <a:t>• 請至IT服務台（Slack #it-help）提出申請</a:t>
            </a:r>
          </a:p>
          <a:p>
            <a:r>
              <a:t>• 一般申請1-3個工作日完成</a:t>
            </a:r>
          </a:p>
          <a:p>
            <a:r>
              <a:t>• 特殊授權軟體需主管簽核，約5-7個工作日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重要聯絡人與資源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人力資源部</a:t>
            </a:r>
          </a:p>
          <a:p>
            <a:r>
              <a:t>• HR Business Partner：林怡君（分機 302）</a:t>
            </a:r>
          </a:p>
          <a:p>
            <a:r>
              <a:t>• 薪資福利：吳彥廷（分機 303）</a:t>
            </a:r>
          </a:p>
          <a:p>
            <a:r>
              <a:t>• 訓練發展：陳怡靜（分機 304）</a:t>
            </a:r>
          </a:p>
          <a:p/>
          <a:p>
            <a:r>
              <a:t>IT部門</a:t>
            </a:r>
          </a:p>
          <a:p>
            <a:r>
              <a:t>• IT服務台：Slack #it-help 或 (02)2345-6789 分機 200</a:t>
            </a:r>
          </a:p>
          <a:p>
            <a:r>
              <a:t>• 資安事件通報：security@twtech.com.tw</a:t>
            </a:r>
          </a:p>
          <a:p/>
          <a:p>
            <a:r>
              <a:t>重要內部資源</a:t>
            </a:r>
          </a:p>
          <a:p>
            <a:r>
              <a:t>• 員工入口網站：https://my.twtech.com.tw</a:t>
            </a:r>
          </a:p>
          <a:p>
            <a:r>
              <a:t>• 知識庫：https://wiki.twtech.com.tw</a:t>
            </a:r>
          </a:p>
          <a:p>
            <a:r>
              <a:t>• 人資系統：https://hr.twtech.com.tw</a:t>
            </a:r>
          </a:p>
          <a:p/>
          <a:p>
            <a:r>
              <a:t>緊急聯絡</a:t>
            </a:r>
          </a:p>
          <a:p>
            <a:r>
              <a:t>• 24小時資安熱線：0800-123-456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第一週待辦事項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到職第1天</a:t>
            </a:r>
          </a:p>
          <a:p>
            <a:r>
              <a:t>☐ 完成報到手續（HR辦公室 9:00）</a:t>
            </a:r>
          </a:p>
          <a:p>
            <a:r>
              <a:t>☐ 領取電腦與設備，完成初始設定</a:t>
            </a:r>
          </a:p>
          <a:p>
            <a:r>
              <a:t>☐ 加入團隊Slack頻道</a:t>
            </a:r>
          </a:p>
          <a:p>
            <a:r>
              <a:t>☐ 與直屬主管進行1:1歡迎會談</a:t>
            </a:r>
          </a:p>
          <a:p/>
          <a:p>
            <a:r>
              <a:t>到職第1週</a:t>
            </a:r>
          </a:p>
          <a:p>
            <a:r>
              <a:t>☐ 完成資安意識訓練（線上課程，約2小時）</a:t>
            </a:r>
          </a:p>
          <a:p>
            <a:r>
              <a:t>☐ 閱讀公司資訊安全政策</a:t>
            </a:r>
          </a:p>
          <a:p>
            <a:r>
              <a:t>☐ 完成個人資料保護同意書簽署</a:t>
            </a:r>
          </a:p>
          <a:p>
            <a:r>
              <a:t>☐ 參加部門週會</a:t>
            </a:r>
          </a:p>
          <a:p>
            <a:r>
              <a:t>☐ 與跨部門夥伴進行Coffee Chat（HR安排）</a:t>
            </a:r>
          </a:p>
          <a:p/>
          <a:p>
            <a:r>
              <a:t>到職第1個月</a:t>
            </a:r>
          </a:p>
          <a:p>
            <a:r>
              <a:t>☐ 完成30天入職目標設定（與主管確認）</a:t>
            </a:r>
          </a:p>
          <a:p>
            <a:r>
              <a:t>☐ 參加台灣科技產品Demo Day</a:t>
            </a:r>
          </a:p>
          <a:p>
            <a:r>
              <a:t>☐ 提交第一個月學習心得報告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