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台灣科技集團股份有限公司</a:t>
            </a:r>
          </a:p>
          <a:p>
            <a:r>
              <a:t>產品藍圖 H2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版本：v1.2（機密文件）</a:t>
            </a:r>
          </a:p>
          <a:p>
            <a:r>
              <a:t>產品管理部 2025-04-01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產品願景與策略方向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願景</a:t>
            </a:r>
          </a:p>
          <a:p>
            <a:r>
              <a:t>「成為亞太地區最受信賴的企業智慧平台」</a:t>
            </a:r>
          </a:p>
          <a:p/>
          <a:p>
            <a:r>
              <a:t>H2策略支柱</a:t>
            </a:r>
          </a:p>
          <a:p>
            <a:r>
              <a:t>1. AI-First體驗：所有核心功能內建生成式AI</a:t>
            </a:r>
          </a:p>
          <a:p>
            <a:r>
              <a:t>2. 平台開放化：API生態系擴展，支援200+整合</a:t>
            </a:r>
          </a:p>
          <a:p>
            <a:r>
              <a:t>3. 垂直深化：金融、醫療、製造三大行業解決方案</a:t>
            </a:r>
          </a:p>
          <a:p>
            <a:r>
              <a:t>4. 全球化基礎：多語系、多時區、本地法規合規</a:t>
            </a:r>
          </a:p>
          <a:p/>
          <a:p>
            <a:r>
              <a:t>目標客群</a:t>
            </a:r>
          </a:p>
          <a:p>
            <a:r>
              <a:t>• 主力：500人以上中大型企業</a:t>
            </a:r>
          </a:p>
          <a:p>
            <a:r>
              <a:t>• 拓展：政府機關與公營事業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Q3功能規劃（7-9月）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台灣科技智能分析平台 v2.0</a:t>
            </a:r>
          </a:p>
          <a:p>
            <a:r>
              <a:t>• 自然語言查詢資料（NL2SQL）</a:t>
            </a:r>
          </a:p>
          <a:p>
            <a:r>
              <a:t>• AI自動生成洞察報告</a:t>
            </a:r>
          </a:p>
          <a:p>
            <a:r>
              <a:t>• 即時異常偵測與告警</a:t>
            </a:r>
          </a:p>
          <a:p>
            <a:r>
              <a:t>預計上線：2025-07-15</a:t>
            </a:r>
          </a:p>
          <a:p/>
          <a:p>
            <a:r>
              <a:t>多雲管理中心</a:t>
            </a:r>
          </a:p>
          <a:p>
            <a:r>
              <a:t>• 統一管理AWS、Azure、GCP、阿里雲</a:t>
            </a:r>
          </a:p>
          <a:p>
            <a:r>
              <a:t>• 成本優化建議引擎</a:t>
            </a:r>
          </a:p>
          <a:p>
            <a:r>
              <a:t>• 跨雲備援自動切換</a:t>
            </a:r>
          </a:p>
          <a:p>
            <a:r>
              <a:t>預計上線：2025-08-20</a:t>
            </a:r>
          </a:p>
          <a:p/>
          <a:p>
            <a:r>
              <a:t>行動端2.0</a:t>
            </a:r>
          </a:p>
          <a:p>
            <a:r>
              <a:t>• 全新UI/UX設計（Material You風格）</a:t>
            </a:r>
          </a:p>
          <a:p>
            <a:r>
              <a:t>• 離線模式支援</a:t>
            </a:r>
          </a:p>
          <a:p>
            <a:r>
              <a:t>預計上線：2025-09-01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Q4功能規劃（10-12月）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台灣科技資料治理平台</a:t>
            </a:r>
          </a:p>
          <a:p>
            <a:r>
              <a:t>• 資料目錄與血緣追蹤</a:t>
            </a:r>
          </a:p>
          <a:p>
            <a:r>
              <a:t>• 自動資料分類與敏感度標記</a:t>
            </a:r>
          </a:p>
          <a:p>
            <a:r>
              <a:t>• GDPR/個資法合規報告自動化</a:t>
            </a:r>
          </a:p>
          <a:p>
            <a:r>
              <a:t>預計上線：2025-10-15</a:t>
            </a:r>
          </a:p>
          <a:p/>
          <a:p>
            <a:r>
              <a:t>AI工作流引擎</a:t>
            </a:r>
          </a:p>
          <a:p>
            <a:r>
              <a:t>• No-code AI流程設計器</a:t>
            </a:r>
          </a:p>
          <a:p>
            <a:r>
              <a:t>• 200+預建AI動作庫</a:t>
            </a:r>
          </a:p>
          <a:p>
            <a:r>
              <a:t>• 與Microsoft 365深度整合</a:t>
            </a:r>
          </a:p>
          <a:p>
            <a:r>
              <a:t>預計上線：2025-11-01</a:t>
            </a:r>
          </a:p>
          <a:p/>
          <a:p>
            <a:r>
              <a:t>開發者平台升級</a:t>
            </a:r>
          </a:p>
          <a:p>
            <a:r>
              <a:t>• GraphQL API支援</a:t>
            </a:r>
          </a:p>
          <a:p>
            <a:r>
              <a:t>• Webhook 2.0（即時事件推送）</a:t>
            </a:r>
          </a:p>
          <a:p>
            <a:r>
              <a:t>• SDK支援Python、Node.js、Java、Go</a:t>
            </a:r>
          </a:p>
          <a:p>
            <a:r>
              <a:t>預計上線：2025-12-01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技術架構升級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後端架構</a:t>
            </a:r>
          </a:p>
          <a:p>
            <a:r>
              <a:t>• 微服務拆分：從28個服務擴展至45個</a:t>
            </a:r>
          </a:p>
          <a:p>
            <a:r>
              <a:t>• 全面採用Kubernetes 1.30 + Istio服務網格</a:t>
            </a:r>
          </a:p>
          <a:p>
            <a:r>
              <a:t>• 資料庫：PostgreSQL 16 + TimescaleDB</a:t>
            </a:r>
          </a:p>
          <a:p/>
          <a:p>
            <a:r>
              <a:t>AI/ML基礎設施</a:t>
            </a:r>
          </a:p>
          <a:p>
            <a:r>
              <a:t>• 自建GPU叢集（8x A100），降低AI推論成本</a:t>
            </a:r>
          </a:p>
          <a:p>
            <a:r>
              <a:t>• MLflow模型管理平台</a:t>
            </a:r>
          </a:p>
          <a:p>
            <a:r>
              <a:t>• 支援Fine-tuning客製化模型</a:t>
            </a:r>
          </a:p>
          <a:p/>
          <a:p>
            <a:r>
              <a:t>安全架構</a:t>
            </a:r>
          </a:p>
          <a:p>
            <a:r>
              <a:t>• 零信任網路存取（ZTNA）全面上線</a:t>
            </a:r>
          </a:p>
          <a:p>
            <a:r>
              <a:t>• 機密運算（Confidential Computing）試點</a:t>
            </a:r>
          </a:p>
          <a:p>
            <a:r>
              <a:t>• SOC 2 Type II認證（預計Q4完成）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上市時程與依賴關係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關鍵路徑</a:t>
            </a:r>
          </a:p>
          <a:p>
            <a:r>
              <a:t>• 7月：智能分析平台Beta → 正式版上線</a:t>
            </a:r>
          </a:p>
          <a:p>
            <a:r>
              <a:t>• 8月：多雲管理中心Alpha → Beta測試</a:t>
            </a:r>
          </a:p>
          <a:p>
            <a:r>
              <a:t>• 9月：行動端2.0上架App Store / Google Play</a:t>
            </a:r>
          </a:p>
          <a:p>
            <a:r>
              <a:t>• 10月：資料治理平台Early Access（限50家客戶）</a:t>
            </a:r>
          </a:p>
          <a:p>
            <a:r>
              <a:t>• 11月：AI工作流引擎GA</a:t>
            </a:r>
          </a:p>
          <a:p>
            <a:r>
              <a:t>• 12月：開發者平台v3正式發布</a:t>
            </a:r>
          </a:p>
          <a:p/>
          <a:p>
            <a:r>
              <a:t>重要依賴</a:t>
            </a:r>
          </a:p>
          <a:p>
            <a:r>
              <a:t>• GPU叢集採購：須於6月底完成驗收</a:t>
            </a:r>
          </a:p>
          <a:p>
            <a:r>
              <a:t>• SOC 2稽核：需配合第三方稽核師，9月啟動</a:t>
            </a:r>
          </a:p>
          <a:p>
            <a:r>
              <a:t>• 日本合規：個人情報保護法本地化，10月完成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資源需求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人力需求</a:t>
            </a:r>
          </a:p>
          <a:p>
            <a:r>
              <a:t>• 工程師：+20人（後端12、前端5、AI/ML 3）</a:t>
            </a:r>
          </a:p>
          <a:p>
            <a:r>
              <a:t>• 產品設計師：+3人</a:t>
            </a:r>
          </a:p>
          <a:p>
            <a:r>
              <a:t>• DevOps/SRE：+4人</a:t>
            </a:r>
          </a:p>
          <a:p>
            <a:r>
              <a:t>• 預算：年薪資成本約增加NT$4,800萬</a:t>
            </a:r>
          </a:p>
          <a:p/>
          <a:p>
            <a:r>
              <a:t>基礎設施投資</a:t>
            </a:r>
          </a:p>
          <a:p>
            <a:r>
              <a:t>• GPU叢集：NT$3,200萬（資本支出）</a:t>
            </a:r>
          </a:p>
          <a:p>
            <a:r>
              <a:t>• 雲端費用增加：預估+NT$800萬/年</a:t>
            </a:r>
          </a:p>
          <a:p>
            <a:r>
              <a:t>• 資安工具：NT$450萬/年</a:t>
            </a:r>
          </a:p>
          <a:p/>
          <a:p>
            <a:r>
              <a:t>第三方授權</a:t>
            </a:r>
          </a:p>
          <a:p>
            <a:r>
              <a:t>• LLM API（OpenAI / Anthropic）：NT$600萬/年</a:t>
            </a:r>
          </a:p>
          <a:p>
            <a:r>
              <a:t>• 資料服務（Bloomberg / Refinitiv）：NT$280萬/年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成功指標（OKR）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Objective：H2推出的產品功能成為客戶留存核心驅動力</a:t>
            </a:r>
          </a:p>
          <a:p/>
          <a:p>
            <a:r>
              <a:t>KR1：新功能採用率（30天內）達40%以上</a:t>
            </a:r>
          </a:p>
          <a:p>
            <a:r>
              <a:t>KR2：AI功能使用率月增20%</a:t>
            </a:r>
          </a:p>
          <a:p>
            <a:r>
              <a:t>KR3：因新功能增加的NPS貢獻分數+8點</a:t>
            </a:r>
          </a:p>
          <a:p>
            <a:r>
              <a:t>KR4：API生態系合作夥伴達50家</a:t>
            </a:r>
          </a:p>
          <a:p>
            <a:r>
              <a:t>KR5：H2新增ARR達NT$3.5億</a:t>
            </a:r>
          </a:p>
          <a:p/>
          <a:p>
            <a:r>
              <a:t>追蹤機制</a:t>
            </a:r>
          </a:p>
          <a:p>
            <a:r>
              <a:t>• 每週產品委員會同步（每週四）</a:t>
            </a:r>
          </a:p>
          <a:p>
            <a:r>
              <a:t>• 月度OKR健康檢查</a:t>
            </a:r>
          </a:p>
          <a:p>
            <a:r>
              <a:t>• 季度路線圖回顧與調整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