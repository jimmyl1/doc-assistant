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台灣科技集團股份有限公司</a:t>
            </a:r>
          </a:p>
          <a:p>
            <a:r>
              <a:t>Q1 2025 業務回顧報告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報告日期：2025年4月9日</a:t>
            </a:r>
          </a:p>
          <a:p>
            <a:r>
              <a:t>報告人：執行長 陳建宏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2025 營收摘要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總營收：NT$4.28億（年增18.3%）</a:t>
            </a:r>
          </a:p>
          <a:p>
            <a:r>
              <a:t>• 雲端服務部門：NT$1.85億（+32%）</a:t>
            </a:r>
          </a:p>
          <a:p>
            <a:r>
              <a:t>• 企業軟體授權：NT$1.42億（+8%）</a:t>
            </a:r>
          </a:p>
          <a:p>
            <a:r>
              <a:t>• 專案服務：NT$0.71億（+5%）</a:t>
            </a:r>
          </a:p>
          <a:p>
            <a:r>
              <a:t>• 硬體整合：NT$0.30億（-3%）</a:t>
            </a:r>
          </a:p>
          <a:p/>
          <a:p>
            <a:r>
              <a:t>毛利率：62.4%（較去年同期提升3.2個百分點）</a:t>
            </a:r>
          </a:p>
          <a:p>
            <a:r>
              <a:t>EBITDA：NT$0.98億（利潤率22.9%）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各部門績效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研發部門</a:t>
            </a:r>
          </a:p>
          <a:p>
            <a:r>
              <a:t>• 新功能上線：14項，其中AI相關功能7項</a:t>
            </a:r>
          </a:p>
          <a:p>
            <a:r>
              <a:t>• Bug修復率：98.2%（SLA達標）</a:t>
            </a:r>
          </a:p>
          <a:p>
            <a:r>
              <a:t>• 工程師滿意度：4.3/5.0</a:t>
            </a:r>
          </a:p>
          <a:p/>
          <a:p>
            <a:r>
              <a:t>業務部門</a:t>
            </a:r>
          </a:p>
          <a:p>
            <a:r>
              <a:t>• 新客戶簽約：23家（目標20家，達成率115%）</a:t>
            </a:r>
          </a:p>
          <a:p>
            <a:r>
              <a:t>• 客戶續約率：94.7%</a:t>
            </a:r>
          </a:p>
          <a:p>
            <a:r>
              <a:t>• 平均合約金額：NT$612萬（+21%）</a:t>
            </a:r>
          </a:p>
          <a:p/>
          <a:p>
            <a:r>
              <a:t>客戶成功部門</a:t>
            </a:r>
          </a:p>
          <a:p>
            <a:r>
              <a:t>• NPS分數：72（業界前20%）</a:t>
            </a:r>
          </a:p>
          <a:p>
            <a:r>
              <a:t>• 平均問題解決時間：4.2小時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重要里程碑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1月</a:t>
            </a:r>
          </a:p>
          <a:p>
            <a:r>
              <a:t>• 完成A輪追加投資NT$2億，由台灣大哥大創投領投</a:t>
            </a:r>
          </a:p>
          <a:p>
            <a:r>
              <a:t>• 台灣科技雲端平台v3.0正式上線，導入零信任架構</a:t>
            </a:r>
          </a:p>
          <a:p/>
          <a:p>
            <a:r>
              <a:t>2月</a:t>
            </a:r>
          </a:p>
          <a:p>
            <a:r>
              <a:t>• 取得ISO 27001:2022認證</a:t>
            </a:r>
          </a:p>
          <a:p>
            <a:r>
              <a:t>• 與富邦金控簽署三年戰略合作協議（合約金額NT$1.5億）</a:t>
            </a:r>
          </a:p>
          <a:p/>
          <a:p>
            <a:r>
              <a:t>3月</a:t>
            </a:r>
          </a:p>
          <a:p>
            <a:r>
              <a:t>• 日本市場正式開業，設立東京辦事處</a:t>
            </a:r>
          </a:p>
          <a:p>
            <a:r>
              <a:t>• 台灣科技AI助手產品獲得「2025年度最佳企業AI工具」獎項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客戶案例亮點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案例一：某大型金融機構</a:t>
            </a:r>
          </a:p>
          <a:p>
            <a:r>
              <a:t>• 導入台灣科技智能合規系統，審查效率提升65%</a:t>
            </a:r>
          </a:p>
          <a:p>
            <a:r>
              <a:t>• 每年節省人力成本約NT$3,200萬</a:t>
            </a:r>
          </a:p>
          <a:p/>
          <a:p>
            <a:r>
              <a:t>案例二：某跨國製造業集團</a:t>
            </a:r>
          </a:p>
          <a:p>
            <a:r>
              <a:t>• 部署台灣科技ERP整合平台，串接12個子系統</a:t>
            </a:r>
          </a:p>
          <a:p>
            <a:r>
              <a:t>• 報表產出時間從5天縮短至4小時</a:t>
            </a:r>
          </a:p>
          <a:p/>
          <a:p>
            <a:r>
              <a:t>案例三：某電信業者</a:t>
            </a:r>
          </a:p>
          <a:p>
            <a:r>
              <a:t>• 採用台灣科技客服AI機器人，自動化率達78%</a:t>
            </a:r>
          </a:p>
          <a:p>
            <a:r>
              <a:t>• 客戶滿意度從3.8分提升至4.6分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2025 重點計畫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業務目標</a:t>
            </a:r>
          </a:p>
          <a:p>
            <a:r>
              <a:t>• 新客戶目標：25家（重點鎖定金融、醫療、製造業）</a:t>
            </a:r>
          </a:p>
          <a:p>
            <a:r>
              <a:t>• 預計營收：NT$4.8億（季增12%）</a:t>
            </a:r>
          </a:p>
          <a:p/>
          <a:p>
            <a:r>
              <a:t>產品計畫</a:t>
            </a:r>
          </a:p>
          <a:p>
            <a:r>
              <a:t>• 台灣科技資料治理平台v1.0上線（預計5月）</a:t>
            </a:r>
          </a:p>
          <a:p>
            <a:r>
              <a:t>• 行動端App全面改版（預計6月）</a:t>
            </a:r>
          </a:p>
          <a:p>
            <a:r>
              <a:t>• 與SAP完成深度整合認證（預計6月底）</a:t>
            </a:r>
          </a:p>
          <a:p/>
          <a:p>
            <a:r>
              <a:t>拓展計畫</a:t>
            </a:r>
          </a:p>
          <a:p>
            <a:r>
              <a:t>• 新加坡市場進入評估完成，Q3正式設立辦公室</a:t>
            </a:r>
          </a:p>
          <a:p>
            <a:r>
              <a:t>• 招募工程師20名、業務顧問8名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風險與機會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主要風險</a:t>
            </a:r>
          </a:p>
          <a:p>
            <a:r>
              <a:t>• 總體經濟不確定性：企業IT預算可能縮減5-10%</a:t>
            </a:r>
          </a:p>
          <a:p>
            <a:r>
              <a:t>• 人才競爭加劇：工程師離職率需控制在8%以下</a:t>
            </a:r>
          </a:p>
          <a:p>
            <a:r>
              <a:t>• 法規遵循：個資法修正案預計Q3生效，需配合調整</a:t>
            </a:r>
          </a:p>
          <a:p/>
          <a:p>
            <a:r>
              <a:t>主要機會</a:t>
            </a:r>
          </a:p>
          <a:p>
            <a:r>
              <a:t>• 生成式AI浪潮：客戶對AI解決方案需求大幅成長</a:t>
            </a:r>
          </a:p>
          <a:p>
            <a:r>
              <a:t>• 政府數位轉型政策：公部門市場預計釋出NT$50億採購</a:t>
            </a:r>
          </a:p>
          <a:p>
            <a:r>
              <a:t>• 合作夥伴生態系擴展：已有8家ISV表達合作意願</a:t>
            </a:r>
          </a:p>
          <a:p/>
          <a:p>
            <a:r>
              <a:t>應對策略</a:t>
            </a:r>
          </a:p>
          <a:p>
            <a:r>
              <a:t>• 加速AI功能佈建，確立市場差異化</a:t>
            </a:r>
          </a:p>
          <a:p>
            <a:r>
              <a:t>• 提升員工分紅與股票計畫吸引力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與結語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台灣科技集團股份有限公司 感謝各位股東與合作夥伴的支持</a:t>
            </a:r>
          </a:p>
          <a:p/>
          <a:p>
            <a:r>
              <a:t>核心信念：以技術創新驅動客戶成功</a:t>
            </a:r>
          </a:p>
          <a:p/>
          <a:p>
            <a:r>
              <a:t>下次報告：Q2 2025業務回顧（預計2025年7月）</a:t>
            </a:r>
          </a:p>
          <a:p/>
          <a:p>
            <a:r>
              <a:t>聯絡人：投資人關係部 ir@twtech.com.tw</a:t>
            </a:r>
          </a:p>
          <a:p>
            <a:r>
              <a:t>電話：(02) 2345-6789 分機 801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